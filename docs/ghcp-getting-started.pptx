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0"/>
            <a:ext cx="12027103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351215" y="-1371600"/>
            <a:ext cx="5486400" cy="5486400"/>
          </a:xfrm>
          <a:prstGeom prst="ellipse">
            <a:avLst/>
          </a:prstGeom>
          <a:solidFill>
            <a:srgbClr val="1A22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GitHub Copilot
for Developers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46120"/>
            <a:ext cx="2011680" cy="64008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4290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A0AAB4"/>
                </a:solidFill>
              </a:rPr>
              <a:t>From zero to /plan — a practical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606A"/>
                </a:solidFill>
              </a:rPr>
              <a:t>github.com/features/copilot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What is GitHub Copilot?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The Copilot Chat interface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Built-in slash commands ( /plan, /init, /create-* )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How /plan works — under the hood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Customisation primitives ( instructions, prompts, skills, agents, hooks )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Live walkthrough — OAuth2 + JWT auth system PoC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Best practices &amp; security considerations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Getting started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38BE6"/>
                </a:solidFill>
              </a:rPr>
              <a:t>SECTION 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What is GitHub Copilot?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GitHub Copilot —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AI pair programmer built into VS Code, JetBrains, Visual Studio, and the CLI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Powered by large language models (Claude Sonnet 4.6 in Copilot Chat)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Two main surfaces: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Inline completions — code suggested as you type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Copilot Chat — conversational agent with tool use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Agent mode: can read files, run commands, edit code, run tests — autonomously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Customisable via instructions, prompts, skills, agents and hooks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9618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0C8F0"/>
                </a:solidFill>
              </a:rPr>
              <a:t>💡  This session focuses on Copilot Chat in agent mode — the most powerful surface.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BA4E"/>
                </a:solidFill>
              </a:rPr>
              <a:t>SECTION 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Built-in Slash Commands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Built-in Slash Commands ( /  in Chat 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05840"/>
          <a:ext cx="11185854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312767"/>
                <a:gridCol w="4312767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Command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it does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/plan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Research &amp; planning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Interviews you, then produces a phased implementation plan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/init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Workspace bootstrap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Scans your codebase and generates copilot-instructions.md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/create-agent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Custom agent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Guides creation of a .agent.md specialized persona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/create-instructions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Coding conventions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Creates a .instructions.md rule file from conversation context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/create-prompt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Reusable prompt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Packages a repeated task pattern as a .prompt.md slash command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/create-skill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Workflow skill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Bundles a multi-step workflow into a SKILL.md with assets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/create-hook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Lifecycle hook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Creates a .json hook to enforce policy at agent lifecycle events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78C00"/>
                </a:solidFill>
              </a:rPr>
              <a:t>SECTION 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How  /plan  Works — Under the Hood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The /plan Template 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0AAB4"/>
                </a:solidFill>
              </a:rPr>
              <a:t>assets/prompts/plan.prompt.md  inside the Copilot Chat extension: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11155680" cy="484632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1078992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CC88"/>
                </a:solidFill>
              </a:rPr>
              <a:t>---
name: plan
description: Research and plan with the Plan agent
agent: Plan
argument-hint: Describe what you want to plan or research
---
Plan my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What the Plan Agent Actually Does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The template is just a routing declaration — 7 lines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All intelligence comes from the built-in Plan agent mode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Step-by-step process: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Parses your request to identify domain and implied requirements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Identifies missing decisions → generates targeted questionnaire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Maps answers to concrete technologies and patterns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Produces a sequenced, dependency-ordered implementation plan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Saves plan to session memory so it persists through the whole session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The questionnaire answers shape every downstream decision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9618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0C8F0"/>
                </a:solidFill>
              </a:rPr>
              <a:t>💡  The agent knows what it doesn't know — it asks before it acts.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PoC Walkthrough — OAuth2 + JWT Auth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5303520" cy="384048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The Questionnaire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Framework?  →  .NET / ASP.NET Core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OAuth provider?  →  Google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OAuth flow?  →  Authorization Code Flow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Token storage?  →  Redis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Frontend?  →  React SPA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Token strategy?  →  Access + Refresh tokens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005840"/>
            <a:ext cx="5303520" cy="384048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0241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The 6-Phase Plan Generated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Phase 1 — Scaffold solution &amp; projects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Phase 2 — Config, packages, JwtSettings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Phase 3 — TokenService + RedisRefreshTokenStore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Phase 4 — AuthController (5 endpoints)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Phase 5 — React frontend + axios interceptor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Phase 6 — Security hardening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38BE6"/>
                </a:solidFill>
              </a:rPr>
              <a:t>SECTION 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Customisation Primitives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Which Primitive Should I Use?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05840"/>
          <a:ext cx="11185854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875178"/>
                <a:gridCol w="2875178"/>
                <a:gridCol w="2875178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Primitive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File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When to Use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Workspace Instructions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copilot-instructions.md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.github/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Always-on rules for every task in the project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File Instructions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*.instructions.md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.github/instructions/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Rules scoped to file types or task contexts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Prompts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*.prompt.md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.github/prompts/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Single focused reusable task with inputs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Hooks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*.json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.github/hooks/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Deterministic enforcement via shell at lifecycle events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Custom Agents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*.agent.md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.github/agents/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Specialized persona with restricted tools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Skills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SKILL.md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.github/skills/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Multi-step workflow with bundled assets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Customisation Decision Shortcuts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Instructions vs Skill?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Applies to most work → Instructions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On-demand specialist task → Skill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Skill vs Prompt?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Multi-step workflow with scripts/templates → Skill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Single focused task → Prompt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Skill vs Custom Agent?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Same tools throughout → Skill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Need context isolation or different tools per stage → Custom Agent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Hooks vs Instructions?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Instructions guide (non-deterministic) → Instructions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Must block/enforce via shell commands (deterministic) → Hook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BA4E"/>
                </a:solidFill>
              </a:rPr>
              <a:t>SECTION 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Best Practices &amp;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3977639"/>
            <a:ext cx="1463040" cy="54864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Best Practices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005840"/>
            <a:ext cx="5303520" cy="384048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241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Effective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Be specific about stack, constraints, and goals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Answer questionnaires completely — vague answers → vague plans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Use /init first on any new repo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Create .instructions.md for team conventions so every developer gets the same results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Review every generated file before committing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005840"/>
            <a:ext cx="5303520" cy="384048"/>
          </a:xfrm>
          <a:prstGeom prst="rect">
            <a:avLst/>
          </a:prstGeom>
          <a:solidFill>
            <a:srgbClr val="2DB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02412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Common Pitfalls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Description field is the discovery surface — if keywords aren't in the description, the agent won't load the skill/instruction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YAML frontmatter silently fails on unescaped colons or tabs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Don't commit appsettings with real secrets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Don't use applyTo: '**' — too broad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Hooks enforce; instructions guide — don't confuse the two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Security Considerations with Copilot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005840"/>
            <a:ext cx="1115568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Generated code is a starting point — always review for OWASP Top 10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Copilot will not generate or store your actual secrets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Use dotnet user-secrets / environment variables — never hardcode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The agent follows your instructions — write secure instructions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Sensitive patterns to always check in generated code: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SQL queries — parameterised? No string concatenation?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JWT validation — algorithm pinned? Signature verified?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Cookie flags — HttpOnly, Secure, SameSite set?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CORS — locked to known origins, not wildcard *?</a:t>
            </a:r>
          </a:p>
          <a:p>
            <a:pPr lvl="1">
              <a:spcBef>
                <a:spcPts val="200"/>
              </a:spcBef>
            </a:pPr>
            <a:r>
              <a:rPr sz="1500" b="0">
                <a:solidFill>
                  <a:srgbClr val="C0CAD4"/>
                </a:solidFill>
              </a:rPr>
              <a:t>    ◦ Input validation — at system boundaries only, not deep in business logic?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943600"/>
            <a:ext cx="11155680" cy="64008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9618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0C8F0"/>
                </a:solidFill>
              </a:rPr>
              <a:t>💡  Copilot in this PoC generated RS256 JWT, HttpOnly cookies, Lua atomics, rate limiting, and security headers — but you should still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036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011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Real Obstacles — Lessons from the PoC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868680"/>
            <a:ext cx="10241280" cy="27432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05840"/>
          <a:ext cx="11185854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312767"/>
                <a:gridCol w="4312767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Root Cause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Fix</a:t>
                      </a:r>
                    </a:p>
                  </a:txBody>
                  <a:tcPr>
                    <a:solidFill>
                      <a:srgbClr val="238BE6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.sln file not found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.NET 10 creates .slnx not .sln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Use AuthSystem.slnx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NuGet version conflicts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Projects targeted net8.0, SDK was 10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Upgrade .csproj to net10.0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Authentication.Google not found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No longer implicit in .NET 10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Add NuGet package explicitly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npm --template flag intercepted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npm consumed flag before passing to create-vite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Use npx -y create-vite@latest -- --template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300+ missing IDatabase members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StackExchange.Redis v2.11 large interface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Replace hand-rolled fake with Moq</a:t>
                      </a:r>
                    </a:p>
                  </a:txBody>
                  <a:tcPr>
                    <a:solidFill>
                      <a:srgbClr val="232B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Moq StringSetAsync mismatch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Implicit overload vs explicit 5-param overload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FFFFFF"/>
                          </a:solidFill>
                        </a:rPr>
                        <a:t>Change prod code to explicit overload</a:t>
                      </a:r>
                    </a:p>
                  </a:txBody>
                  <a:tcPr>
                    <a:solidFill>
                      <a:srgbClr val="1C232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</a:rPr>
              <a:t>Start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606040"/>
            <a:ext cx="1828800" cy="64008"/>
          </a:xfrm>
          <a:prstGeom prst="rect">
            <a:avLst/>
          </a:prstGeom>
          <a:solidFill>
            <a:srgbClr val="238B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1.  Install GitHub Copilot extension in VS Code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2.  Sign in with your GitHub account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3.  Open Chat  →  try  /plan  with your next task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4.  Use  /init  to generate workspace instructions</a:t>
            </a:r>
          </a:p>
          <a:p>
            <a:pPr>
              <a:spcBef>
                <a:spcPts val="400"/>
              </a:spcBef>
            </a:pPr>
            <a:r>
              <a:rPr sz="1700" b="1">
                <a:solidFill>
                  <a:srgbClr val="FFFFFF"/>
                </a:solidFill>
              </a:rPr>
              <a:t>• 5.  Create a  /create-instructions  for team conventions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606A"/>
                </a:solidFill>
              </a:rPr>
              <a:t>github.com/features/copilot  •  docs.github.com/copilot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44652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8929A"/>
                </a:solidFill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